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70000"/>
            <a:ext cx="11277600" cy="38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latin typeface="Arial"/>
              </a:rPr>
              <a:t>Sample body text at the brand size.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35000"/>
            <a:ext cx="88900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latin typeface="Calibri"/>
              </a:rPr>
              <a:t>MARKET OVERVIEW FOR FY26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51000"/>
            <a:ext cx="11277600" cy="2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latin typeface="Calibri"/>
              </a:rPr>
              <a:t>Body in Calibri at 16 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55600"/>
            <a:ext cx="11277600" cy="66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latin typeface="Arial"/>
              </a:rPr>
              <a:t>Scope of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70000"/>
            <a:ext cx="5334000" cy="2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E90FF"/>
                </a:solidFill>
                <a:latin typeface="Arial"/>
              </a:rPr>
              <a:t>Body at 12 pt in an off-brand blue.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0" y="1270000"/>
            <a:ext cx="5334000" cy="2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latin typeface="Arial"/>
              </a:rPr>
              <a:t>Body at 18 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91000"/>
            <a:ext cx="533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latin typeface="Arial"/>
              </a:rPr>
              <a:t>Tiny 8 pt note in the middle of the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55600"/>
            <a:ext cx="11277600" cy="66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latin typeface="Arial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70000"/>
            <a:ext cx="3810000" cy="1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2540000"/>
            <a:ext cx="3810000" cy="1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latin typeface="Arial"/>
              </a:rPr>
              <a:t>This box runs off the right edge.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3500"/>
            <a:ext cx="7620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latin typeface="Arial"/>
              </a:rPr>
              <a:t>Source: synthetic test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10000"/>
            <a:ext cx="112776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latin typeface="Arial"/>
              </a:rPr>
              <a:t>Only body text, low on the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