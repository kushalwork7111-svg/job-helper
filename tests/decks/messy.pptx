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1714500"/>
            <a:ext cx="11226800" cy="381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latin typeface="Trebuchet MS"/>
              </a:rPr>
              <a:t>Sample body text at the brand size.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8890000" cy="55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0000"/>
                </a:solidFill>
                <a:latin typeface="Trebuchet MS"/>
              </a:rPr>
              <a:t>OUR UNDERSTANDING OF THE PMI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1714500"/>
            <a:ext cx="112268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latin typeface="Aptos"/>
              </a:rPr>
              <a:t>Body text in Aptos at 11 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596900"/>
            <a:ext cx="112268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ED1A3B"/>
                </a:solidFill>
                <a:latin typeface="Trebuchet MS"/>
              </a:rPr>
              <a:t>Approach And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1714500"/>
            <a:ext cx="53340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just"/>
            <a:r>
              <a:rPr sz="1200" b="0">
                <a:solidFill>
                  <a:srgbClr val="002060"/>
                </a:solidFill>
                <a:latin typeface="Trebuchet MS"/>
              </a:rPr>
              <a:t>Phase 1  covers diagnostics and the  day-one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1714500"/>
            <a:ext cx="5334000" cy="2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latin typeface="Trebuchet MS"/>
              </a:rPr>
              <a:t>Body at 14 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4826000"/>
            <a:ext cx="5334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0">
                <a:latin typeface="Trebuchet MS"/>
              </a:rPr>
              <a:t>Tiny 7 pt note in the middle of the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596900"/>
            <a:ext cx="11226800" cy="35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0">
                <a:solidFill>
                  <a:srgbClr val="E81A3B"/>
                </a:solidFill>
                <a:latin typeface="Trebuchet MS"/>
              </a:rPr>
              <a:t>Commercials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600" y="1714500"/>
            <a:ext cx="381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2540000"/>
            <a:ext cx="381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latin typeface="Trebuchet MS"/>
              </a:rPr>
              <a:t>This box runs off the right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3302000"/>
            <a:ext cx="762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latin typeface="Trebuchet MS"/>
              </a:rPr>
              <a:t>Professional fee: INR 45 lakhs (XX crores in total), start date 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600" y="6540500"/>
            <a:ext cx="762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latin typeface="Trebuchet MS"/>
              </a:rPr>
              <a:t>Source: synthetic test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2600" y="3810000"/>
            <a:ext cx="11226800" cy="7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latin typeface="Trebuchet MS"/>
              </a:rPr>
              <a:t>Only body text, low on the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